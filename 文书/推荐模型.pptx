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5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34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962D46-8826-1AE7-1B2B-C7CAE5B15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DBA438A-88BA-B2BE-CAB9-92C13256F5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44D700-3111-5345-E966-F7E6BEBF5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36AC67C-A0CA-4872-59A7-A517E2035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6BF34A9-9E09-0EAD-272B-8CBFD360E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5708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BD701-3B96-2C18-4825-57E8244CB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23177A-8D99-45E6-DA0F-F3B2C5DA0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77D809-556D-F4A1-C0E9-4A33A1C4B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38462B-16CB-B06C-8F3D-5A0804AA4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0204AE-5905-8908-D768-189B899E3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179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9CB643-A083-7464-0D29-8295FC5D6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6BA985-DB77-8C7B-0258-885260C4E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3F4E1-D12B-D352-B13A-3047AE1E9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4B4492-74AF-5062-C37E-54A30BDF7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F0B3CA-42A5-9FFA-EEA3-C50FB87A6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0885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743905-C8E6-319D-6950-95601093F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E174344-DFF6-005F-8316-D014CE5CB9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B87C912-EC6D-1B93-415B-329690E3DD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569284-F65F-157F-D3DB-EF0BF23B3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3C1479F-71C7-C985-56A0-70EC4199C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CB132D-0E47-711E-4E41-1F691BE59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989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3C20-6DDB-086F-12C6-BC638D50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E408CC-D224-F391-92AC-CBCB046069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DA6FFC-F862-0D02-65A7-306001AFD0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6209648-17D0-00B2-7D47-022D7A1617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42F356-3DFD-BF68-4F83-2387031964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90DAE6C-A20D-6EDB-77D1-6473AACCD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B01F6A6-49BA-AE1B-9E9F-431A5D687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75A398B-748F-6802-02EC-1A7A725BA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98077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D694B8-9BBF-9B9F-5803-11170EEA5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E23E6FE-BB98-08FF-54DD-00610C154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94A0C6-3AEE-B69C-3AAC-530122C83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F9C77EF-32A7-AE99-68BB-3EEC1B340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8319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7ABC2C9-2065-0B13-3E02-A8F2F861E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2F079C5-B315-4B98-520F-F3CAC21FD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D8E4446-AD59-1EC2-7749-23647D5AE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073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C92DAF-6933-DA62-52F3-82E481915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740B73-755D-AB22-B54B-2FEA51838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D5B6D7-5947-2AFD-1822-D6AF9A7EF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BFECCD2-2D09-CC7F-6CFA-1F707E2B5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5FCB1B5-809B-9394-D17B-AFC19F327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D75A-3F91-6601-1F3F-2B85A718C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815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1396FA-FD57-3262-3A2A-B6F98B478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F6E36ED-0A10-F6A2-0EFD-62A9B3A57E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0ABE833-02EF-639D-21BB-520A8CDF8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79F275-933B-B1F0-7105-1152227A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FB4BE4-CE0B-5E80-C0AC-A10F61AC8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7C64DB4-E61A-7C45-56DE-D9983480A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3665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D96F0B-DBA1-2C4B-660E-69B0736D8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65E22BD-716E-B788-AEB2-41BB2114C0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794750-62E9-20C7-3963-DE3248E34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36C9E6-FD23-36DE-4A6D-C8FF518ED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DBFDC5-3AFD-95BA-4962-02CCB7DD0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7608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7EF2C60-C201-2855-574E-8BCD2C63C9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6C2A4C-B980-43AF-0C14-B516A1320F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24107E-24EE-0EBF-19C7-E3386F44F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E0B5E9-14ED-01B1-9797-32C60533A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7E98BE-B037-11DB-9182-285098DE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111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14341C6-F011-8E5B-E5DC-6F5A13CC0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2850ED-4667-38DA-84CB-A0F7C9C98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4B9722-CD5A-FAB9-0EA3-FFA7B6261E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C83FC3-1429-4BE2-AF3A-FD0092C2A7EC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BCB3D1-D4E6-E9E2-5234-842F06986F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A7D72E-ED07-A1A2-AFFB-806FD787A0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22058F-549E-4618-96BC-544ED8E98B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8483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柱体 3">
            <a:extLst>
              <a:ext uri="{FF2B5EF4-FFF2-40B4-BE49-F238E27FC236}">
                <a16:creationId xmlns:a16="http://schemas.microsoft.com/office/drawing/2014/main" id="{36D5E173-F17A-522F-CD8E-D9ECA80750E4}"/>
              </a:ext>
            </a:extLst>
          </p:cNvPr>
          <p:cNvSpPr/>
          <p:nvPr/>
        </p:nvSpPr>
        <p:spPr>
          <a:xfrm>
            <a:off x="2422516" y="2088525"/>
            <a:ext cx="1731505" cy="2680950"/>
          </a:xfrm>
          <a:prstGeom prst="ca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</a:rPr>
              <a:t>Recall_UserCF</a:t>
            </a:r>
          </a:p>
          <a:p>
            <a:pPr algn="ctr"/>
            <a:r>
              <a:rPr lang="en-US" altLang="zh-CN" sz="1600" dirty="0">
                <a:solidFill>
                  <a:schemeClr val="bg1"/>
                </a:solidFill>
              </a:rPr>
              <a:t>Recall_popularity</a:t>
            </a:r>
          </a:p>
          <a:p>
            <a:pPr algn="ctr"/>
            <a:r>
              <a:rPr lang="en-US" altLang="zh-CN" sz="1600" dirty="0">
                <a:solidFill>
                  <a:schemeClr val="bg1"/>
                </a:solidFill>
              </a:rPr>
              <a:t>Recall_content</a:t>
            </a:r>
          </a:p>
          <a:p>
            <a:pPr algn="ctr"/>
            <a:r>
              <a:rPr lang="en-US" altLang="zh-CN" sz="1600" dirty="0">
                <a:solidFill>
                  <a:schemeClr val="bg1"/>
                </a:solidFill>
              </a:rPr>
              <a:t>Recall_gcn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0847674-4241-B712-72A6-E077C02B54FF}"/>
              </a:ext>
            </a:extLst>
          </p:cNvPr>
          <p:cNvSpPr txBox="1"/>
          <p:nvPr/>
        </p:nvSpPr>
        <p:spPr>
          <a:xfrm>
            <a:off x="2469105" y="1735494"/>
            <a:ext cx="1872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/>
              <a:t>Multi-channel recall</a:t>
            </a:r>
            <a:endParaRPr lang="zh-CN" altLang="en-US" sz="1200" b="1" dirty="0"/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A963215A-8176-DB98-1521-595EA8B5B1C4}"/>
              </a:ext>
            </a:extLst>
          </p:cNvPr>
          <p:cNvSpPr/>
          <p:nvPr/>
        </p:nvSpPr>
        <p:spPr>
          <a:xfrm>
            <a:off x="4341147" y="3498078"/>
            <a:ext cx="613988" cy="211130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172C1CE-3417-6638-9147-CAF217473F41}"/>
              </a:ext>
            </a:extLst>
          </p:cNvPr>
          <p:cNvSpPr txBox="1"/>
          <p:nvPr/>
        </p:nvSpPr>
        <p:spPr>
          <a:xfrm>
            <a:off x="4257653" y="3194419"/>
            <a:ext cx="8078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/>
              <a:t>Retrieval</a:t>
            </a:r>
            <a:endParaRPr lang="zh-CN" altLang="en-US" sz="1400" b="1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69D9722-C502-97D4-2DF2-75C1917BF113}"/>
              </a:ext>
            </a:extLst>
          </p:cNvPr>
          <p:cNvSpPr txBox="1"/>
          <p:nvPr/>
        </p:nvSpPr>
        <p:spPr>
          <a:xfrm>
            <a:off x="4971508" y="2369669"/>
            <a:ext cx="20527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/>
              <a:t>TOP 100~200  Candidates</a:t>
            </a:r>
            <a:endParaRPr lang="zh-CN" altLang="en-US" sz="1200" b="1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0910CEB-3C0A-84C0-F0F4-169D743A25C0}"/>
              </a:ext>
            </a:extLst>
          </p:cNvPr>
          <p:cNvSpPr txBox="1"/>
          <p:nvPr/>
        </p:nvSpPr>
        <p:spPr>
          <a:xfrm>
            <a:off x="9271046" y="3209622"/>
            <a:ext cx="491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/>
              <a:t>Sort</a:t>
            </a:r>
            <a:endParaRPr lang="zh-CN" altLang="en-US" sz="1400" b="1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47AC32C-D4B4-43CE-F8F5-A16536DA2543}"/>
              </a:ext>
            </a:extLst>
          </p:cNvPr>
          <p:cNvSpPr/>
          <p:nvPr/>
        </p:nvSpPr>
        <p:spPr>
          <a:xfrm>
            <a:off x="5065475" y="2771203"/>
            <a:ext cx="1796655" cy="29188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Usercf - TOP N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4FFFE69-020F-BEB2-1626-FBBA43FEA79F}"/>
              </a:ext>
            </a:extLst>
          </p:cNvPr>
          <p:cNvSpPr/>
          <p:nvPr/>
        </p:nvSpPr>
        <p:spPr>
          <a:xfrm>
            <a:off x="5058764" y="3714700"/>
            <a:ext cx="1796655" cy="29188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Popularity - TOP N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3" name="右大括号 32">
            <a:extLst>
              <a:ext uri="{FF2B5EF4-FFF2-40B4-BE49-F238E27FC236}">
                <a16:creationId xmlns:a16="http://schemas.microsoft.com/office/drawing/2014/main" id="{9B27A3D9-16E5-E2A4-12BF-6E67BEBA8CAD}"/>
              </a:ext>
            </a:extLst>
          </p:cNvPr>
          <p:cNvSpPr/>
          <p:nvPr/>
        </p:nvSpPr>
        <p:spPr>
          <a:xfrm>
            <a:off x="6965761" y="2873077"/>
            <a:ext cx="273120" cy="1508566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7D3BF49-02A0-7FFC-BCF1-29C537F3E193}"/>
              </a:ext>
            </a:extLst>
          </p:cNvPr>
          <p:cNvSpPr txBox="1"/>
          <p:nvPr/>
        </p:nvSpPr>
        <p:spPr>
          <a:xfrm>
            <a:off x="7722235" y="1735494"/>
            <a:ext cx="10787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/>
              <a:t>Rank model </a:t>
            </a:r>
            <a:endParaRPr lang="zh-CN" altLang="en-US" sz="1200" b="1" dirty="0"/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DD886E79-56E5-C732-B702-5D26401DB02C}"/>
              </a:ext>
            </a:extLst>
          </p:cNvPr>
          <p:cNvSpPr/>
          <p:nvPr/>
        </p:nvSpPr>
        <p:spPr>
          <a:xfrm>
            <a:off x="9209756" y="3498079"/>
            <a:ext cx="613988" cy="211130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3130C96-14A6-3118-E775-E99D3A7A7921}"/>
              </a:ext>
            </a:extLst>
          </p:cNvPr>
          <p:cNvSpPr/>
          <p:nvPr/>
        </p:nvSpPr>
        <p:spPr>
          <a:xfrm>
            <a:off x="5058766" y="3171061"/>
            <a:ext cx="1796653" cy="41910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Content-Based</a:t>
            </a:r>
          </a:p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 - TOP N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836767-6FC6-4F8B-06F2-1266D3608D96}"/>
              </a:ext>
            </a:extLst>
          </p:cNvPr>
          <p:cNvSpPr/>
          <p:nvPr/>
        </p:nvSpPr>
        <p:spPr>
          <a:xfrm>
            <a:off x="5057837" y="4145629"/>
            <a:ext cx="1796655" cy="29188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LightGCN - TOP N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圆柱体 6">
            <a:extLst>
              <a:ext uri="{FF2B5EF4-FFF2-40B4-BE49-F238E27FC236}">
                <a16:creationId xmlns:a16="http://schemas.microsoft.com/office/drawing/2014/main" id="{094F960E-871A-BBFB-5E96-EF3FE1DC1921}"/>
              </a:ext>
            </a:extLst>
          </p:cNvPr>
          <p:cNvSpPr/>
          <p:nvPr/>
        </p:nvSpPr>
        <p:spPr>
          <a:xfrm>
            <a:off x="7395838" y="2153570"/>
            <a:ext cx="1731505" cy="2680950"/>
          </a:xfrm>
          <a:prstGeom prst="ca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</a:rPr>
              <a:t>NRMS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E6A649B-B21B-D808-1E59-94DB0FB5DBD0}"/>
              </a:ext>
            </a:extLst>
          </p:cNvPr>
          <p:cNvSpPr/>
          <p:nvPr/>
        </p:nvSpPr>
        <p:spPr>
          <a:xfrm>
            <a:off x="9927280" y="3393827"/>
            <a:ext cx="1853411" cy="46207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Final</a:t>
            </a:r>
            <a:r>
              <a:rPr lang="en-US" altLang="zh-CN" sz="1400" b="1" dirty="0"/>
              <a:t> </a:t>
            </a:r>
            <a:r>
              <a:rPr lang="en-US" altLang="zh-CN" sz="1400" dirty="0">
                <a:solidFill>
                  <a:schemeClr val="bg1"/>
                </a:solidFill>
              </a:rPr>
              <a:t>displayed news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B48744-932D-D313-99AE-C5EA6BFD68D4}"/>
              </a:ext>
            </a:extLst>
          </p:cNvPr>
          <p:cNvSpPr txBox="1"/>
          <p:nvPr/>
        </p:nvSpPr>
        <p:spPr>
          <a:xfrm>
            <a:off x="10192603" y="3071122"/>
            <a:ext cx="14110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/>
              <a:t>TOP 10~25 news</a:t>
            </a:r>
            <a:endParaRPr lang="zh-CN" altLang="en-US" sz="1200" b="1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9B9AA9-735B-59BE-721D-ECBA5F0750F7}"/>
              </a:ext>
            </a:extLst>
          </p:cNvPr>
          <p:cNvSpPr/>
          <p:nvPr/>
        </p:nvSpPr>
        <p:spPr>
          <a:xfrm>
            <a:off x="460352" y="3321150"/>
            <a:ext cx="1211659" cy="48329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History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EAAED073-7611-1561-DCCF-FE094BA9D2E7}"/>
              </a:ext>
            </a:extLst>
          </p:cNvPr>
          <p:cNvSpPr/>
          <p:nvPr/>
        </p:nvSpPr>
        <p:spPr>
          <a:xfrm>
            <a:off x="1764986" y="3471231"/>
            <a:ext cx="613988" cy="211130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49162B0-88A2-4495-B0D5-81AB4CA7D71F}"/>
              </a:ext>
            </a:extLst>
          </p:cNvPr>
          <p:cNvSpPr txBox="1"/>
          <p:nvPr/>
        </p:nvSpPr>
        <p:spPr>
          <a:xfrm>
            <a:off x="1795596" y="3209620"/>
            <a:ext cx="5703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/>
              <a:t>Input</a:t>
            </a:r>
            <a:endParaRPr lang="zh-CN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261811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47</Words>
  <Application>Microsoft Office PowerPoint</Application>
  <PresentationFormat>宽屏</PresentationFormat>
  <Paragraphs>19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明宇 周</dc:creator>
  <cp:lastModifiedBy>明宇 周</cp:lastModifiedBy>
  <cp:revision>5</cp:revision>
  <dcterms:created xsi:type="dcterms:W3CDTF">2026-01-04T02:26:03Z</dcterms:created>
  <dcterms:modified xsi:type="dcterms:W3CDTF">2026-01-08T09:37:35Z</dcterms:modified>
</cp:coreProperties>
</file>